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EC619A-BF8E-44B5-927D-E17AD6E19501}">
  <a:tblStyle styleId="{8DEC619A-BF8E-44B5-927D-E17AD6E195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ae1583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ae1583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8ae1583bf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8ae1583bf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8ae1583bf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8ae1583bf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ae1583bf_0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8ae1583bf_0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ae1583bf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8ae1583bf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8ae1583bf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8ae1583bf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ae1583bf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8ae1583bf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D2E9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17750" y="1850175"/>
            <a:ext cx="8520600" cy="9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>
                <a:latin typeface="Times New Roman"/>
                <a:ea typeface="Times New Roman"/>
                <a:cs typeface="Times New Roman"/>
                <a:sym typeface="Times New Roman"/>
              </a:rPr>
              <a:t>Проектная работа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latin typeface="Times New Roman"/>
                <a:ea typeface="Times New Roman"/>
                <a:cs typeface="Times New Roman"/>
                <a:sym typeface="Times New Roman"/>
              </a:rPr>
              <a:t>«Система управления учебным процессом» </a:t>
            </a:r>
            <a:endParaRPr sz="4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5143500" y="3574150"/>
            <a:ext cx="3713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Выполнила: Дубровина Ирина Артёмовна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Группа: </a:t>
            </a:r>
            <a:r>
              <a:rPr lang="ru" sz="14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9/2-РПО-24/1</a:t>
            </a: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Руководитель: Концевич Андрей Алексеевич 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044625" y="143800"/>
            <a:ext cx="7118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АВТОНОМНАЯ НЕКОММЕРЧЕСКАЯ ОРГАНИЗАЦИЯ ПРОФЕССИОНАЛЬНАЯ ОБРАЗОВАТЕЛЬНАЯ ОРГАНИЗАЦИЯ МОСКОВСКИЙ МЕЖДУНАРОДНЫЙ КОЛЛЕДЖ ЦИФРОВЫХ ТЕХНОЛОГИЙ «АКАДЕМИЯ ТОП»</a:t>
            </a:r>
            <a:endParaRPr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15475" y="178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latin typeface="Times New Roman"/>
                <a:ea typeface="Times New Roman"/>
                <a:cs typeface="Times New Roman"/>
                <a:sym typeface="Times New Roman"/>
              </a:rPr>
              <a:t>Цель и задачи проекта: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15475" y="1831500"/>
            <a:ext cx="85206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авторизацию пользователей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систему групп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Добавить расписание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Реализовать оценки и посещаемость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Создать панели администратора, преподавателя и студента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215475" y="878688"/>
            <a:ext cx="8146500" cy="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r>
              <a:rPr lang="ru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электронного дневника для студентов и преподавателей.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Предметная область: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63500" y="1017725"/>
            <a:ext cx="5246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0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Предметной областью</a:t>
            </a:r>
            <a:r>
              <a:rPr lang="ru" sz="2000">
                <a:solidFill>
                  <a:srgbClr val="0F11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данного проекта является управление учебным процессом в образовательном учреждении (школе или колледже).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 позволяет: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Хранить оценки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Контролировать посещаемость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Управлять расписанием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Разделять роли пользователей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900" y="1155325"/>
            <a:ext cx="3229302" cy="242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52825" y="142425"/>
            <a:ext cx="8520600" cy="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Инструментальные средства: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782125" y="70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{8DEC619A-BF8E-44B5-927D-E17AD6E19501}</a:tableStyleId>
              </a:tblPr>
              <a:tblGrid>
                <a:gridCol w="2545450"/>
                <a:gridCol w="2545450"/>
                <a:gridCol w="2545450"/>
              </a:tblGrid>
              <a:tr h="43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Этап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Изображение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Название инструмента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Функциональное проектирование программного продукта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UML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Реализация базы данных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Firebase Firestore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Проектирование интерфейса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Flutter Widgets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Реализация (среда разработки)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Visual Studio Code 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Реализация (инструменты, языки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Dart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3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Разработка (фреймворки) 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rgbClr val="0F111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Flutter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5263" y="3175450"/>
            <a:ext cx="1114976" cy="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25111" l="0" r="0" t="25116"/>
          <a:stretch/>
        </p:blipFill>
        <p:spPr>
          <a:xfrm>
            <a:off x="3508075" y="2640875"/>
            <a:ext cx="2077009" cy="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5638" y="1141000"/>
            <a:ext cx="1014224" cy="570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6">
            <a:alphaModFix/>
          </a:blip>
          <a:srcRect b="38101" l="26670" r="29538" t="34211"/>
          <a:stretch/>
        </p:blipFill>
        <p:spPr>
          <a:xfrm>
            <a:off x="3619100" y="3710025"/>
            <a:ext cx="1857990" cy="6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6">
            <a:alphaModFix/>
          </a:blip>
          <a:srcRect b="38101" l="26670" r="29538" t="34211"/>
          <a:stretch/>
        </p:blipFill>
        <p:spPr>
          <a:xfrm>
            <a:off x="3589163" y="2191400"/>
            <a:ext cx="1847930" cy="4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 rotWithShape="1">
          <a:blip r:embed="rId7">
            <a:alphaModFix/>
          </a:blip>
          <a:srcRect b="36441" l="0" r="0" t="34661"/>
          <a:stretch/>
        </p:blipFill>
        <p:spPr>
          <a:xfrm>
            <a:off x="3693375" y="1764800"/>
            <a:ext cx="1518757" cy="43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149800" y="113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программного продукта: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425" y="686600"/>
            <a:ext cx="2132015" cy="415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600" y="816925"/>
            <a:ext cx="4763875" cy="3576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245475" y="172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Проектирование базы данных: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0" y="897750"/>
            <a:ext cx="4643450" cy="327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 rotWithShape="1">
          <a:blip r:embed="rId4">
            <a:alphaModFix/>
          </a:blip>
          <a:srcRect b="4529" l="6661" r="1343" t="4529"/>
          <a:stretch/>
        </p:blipFill>
        <p:spPr>
          <a:xfrm>
            <a:off x="4754897" y="897750"/>
            <a:ext cx="4349277" cy="32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85875" y="171200"/>
            <a:ext cx="783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latin typeface="Times New Roman"/>
                <a:ea typeface="Times New Roman"/>
                <a:cs typeface="Times New Roman"/>
                <a:sym typeface="Times New Roman"/>
              </a:rPr>
              <a:t>Тестирование программного продукта:</a:t>
            </a:r>
            <a:endParaRPr b="1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2707" r="25686" t="3447"/>
          <a:stretch/>
        </p:blipFill>
        <p:spPr>
          <a:xfrm>
            <a:off x="3033175" y="766975"/>
            <a:ext cx="2042550" cy="17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234" y="766975"/>
            <a:ext cx="2147940" cy="173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825" y="2502563"/>
            <a:ext cx="2042550" cy="19178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14086" y="2500338"/>
            <a:ext cx="2147950" cy="192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75726" y="743900"/>
            <a:ext cx="3361876" cy="345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Вывод</a:t>
            </a:r>
            <a:r>
              <a:rPr b="1" lang="ru" sz="262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26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41325" y="1093250"/>
            <a:ext cx="8520600" cy="24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проектной работы был разработана система “Управление учебным процессом”.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Все поставленные задачи были выполнены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